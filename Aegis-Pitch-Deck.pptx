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A8A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08415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0" kern="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CONFIDENTIAL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100" kern="0" dirty="0">
                <a:solidFill>
                  <a:srgbClr val="A8A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for AI agents in production.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solidFill>
            <a:srgbClr val="12161C"/>
          </a:solidFill>
          <a:ln w="6350">
            <a:solidFill>
              <a:srgbClr val="1F23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5778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</a:t>
            </a:r>
            <a:pPr indent="0" marL="0">
              <a:buNone/>
            </a:pPr>
            <a:r>
              <a:rPr lang="en-US" sz="1100" b="1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dashboard.runaegis.co</a:t>
            </a:r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app.runaegis.co</a:t>
            </a:r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founder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ahaan@runaegis.co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A8A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DA1D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8 ·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ran `terraform destroy`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 production database.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Alexey Grigorev runs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DataTalksClub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community of 50,000+ data engineers. He asked Claude Code to debug a database issue.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decided the cleanest fix was to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destroy and recreate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database.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approval gate. No audit trail. No way to undo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2788920"/>
            <a:ext cx="3687775" cy="2377440"/>
          </a:xfrm>
          <a:prstGeom prst="rect">
            <a:avLst/>
          </a:prstGeom>
          <a:solidFill>
            <a:srgbClr val="F6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2788920"/>
            <a:ext cx="73152" cy="2377440"/>
          </a:xfrm>
          <a:prstGeom prst="rect">
            <a:avLst/>
          </a:prstGeom>
          <a:solidFill>
            <a:srgbClr val="DA1D34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2971800"/>
            <a:ext cx="3276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"There's no way to undo this. I'm not sure what to do."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457200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Alexey Grigorev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2440" y="484632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DataTalksClub · Mar 8,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solidFill>
            <a:srgbClr val="FCEBEC"/>
          </a:solidFill>
          <a:ln w="6350">
            <a:solidFill>
              <a:srgbClr val="DA1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incident </a:t>
            </a:r>
            <a:pPr indent="0" marL="0">
              <a:buNone/>
            </a:pPr>
            <a:r>
              <a:rPr lang="en-US" sz="11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unrecoverable_data_loss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</a:t>
            </a:r>
            <a:pPr indent="0" marL="0">
              <a:buNone/>
            </a:pPr>
            <a:r>
              <a:rPr lang="en-US" sz="11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claude-code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</a:t>
            </a:r>
            <a:pPr indent="0" marL="0">
              <a:buNone/>
            </a:pPr>
            <a:r>
              <a:rPr lang="en-US" sz="11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terraform_destroy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governance_layer </a:t>
            </a:r>
            <a:pPr indent="0" marL="0">
              <a:buNone/>
            </a:pPr>
            <a:r>
              <a:rPr lang="en-US" sz="11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PATTERN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isn't one incident.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 category.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CTO at a Series A+ company is asking the same question: what is the agent doing in my codebase?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348477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840480"/>
            <a:ext cx="3484778" cy="36576"/>
          </a:xfrm>
          <a:prstGeom prst="rect">
            <a:avLst/>
          </a:prstGeom>
          <a:solidFill>
            <a:srgbClr val="DA1D3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0233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 8,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→ `terraform destroy`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database lost. No approval gate. No undo.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unrecoverable_data_loss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3458" y="3840480"/>
            <a:ext cx="348477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3458" y="3840480"/>
            <a:ext cx="3484778" cy="36576"/>
          </a:xfrm>
          <a:prstGeom prst="rect">
            <a:avLst/>
          </a:prstGeom>
          <a:solidFill>
            <a:srgbClr val="DA1D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82058" y="40233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APR 22, 2026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82058" y="42976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Bitwarden CLI supply chain attack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82058" y="48463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Compromised npm package exfiltrated developer credentials.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82058" y="51663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credential_exposure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66837" y="3840480"/>
            <a:ext cx="348477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6837" y="3840480"/>
            <a:ext cx="3484778" cy="36576"/>
          </a:xfrm>
          <a:prstGeom prst="rect">
            <a:avLst/>
          </a:prstGeom>
          <a:solidFill>
            <a:srgbClr val="DA1D34"/>
          </a:solidFill>
          <a:ln/>
        </p:spPr>
      </p:sp>
      <p:sp>
        <p:nvSpPr>
          <p:cNvPr id="19" name="Text 17"/>
          <p:cNvSpPr/>
          <p:nvPr/>
        </p:nvSpPr>
        <p:spPr>
          <a:xfrm>
            <a:off x="8295437" y="40233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APR 30,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95437" y="4297680"/>
            <a:ext cx="3027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Codex → GitHub branch injection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5437" y="48463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branch names triggered command execution.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95437" y="516636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sensitive_path_change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coding agents are the new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workload.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got Datadog. Agents get Aegis. The governance layer always emerges right after the dev primitive lands.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34847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9319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OF ENTERPRISE WORKSPACES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have AI coding agents installed and used daily.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Linear · Mar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3458" y="3794760"/>
            <a:ext cx="34847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7778" y="39319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627778" y="475488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GROWTH IN 3 MONTHS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27778" y="50292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adoption rate across Series A+ engineering orgs.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27778" y="53949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Industry survey · Q1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66837" y="3794760"/>
            <a:ext cx="3484778" cy="1874520"/>
          </a:xfrm>
          <a:prstGeom prst="rect">
            <a:avLst/>
          </a:prstGeom>
          <a:solidFill>
            <a:srgbClr val="FFF1E5"/>
          </a:solidFill>
          <a:ln w="9525">
            <a:solidFill>
              <a:srgbClr val="FFC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1157" y="39319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341157" y="475488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GOVERNANCE LAYERS SHIPPING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41157" y="50292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purpose-built control plane exists for agent actions today.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41157" y="539496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Aegis competitive scan · May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protection rules.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for AI agents.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 sits between AI agents (Claude Code, Cursor, Codex) and the production systems they touch. Every action is intercepted before it executes.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255643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069080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20992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action logged with tool, args, context, decision, latency.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5114" y="3886200"/>
            <a:ext cx="255643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3714" y="4069080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3714" y="438912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3714" y="4800600"/>
            <a:ext cx="20992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semantic classifier emits semantic_type + blast_radius.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0148" y="3886200"/>
            <a:ext cx="255643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C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0148" y="3886200"/>
            <a:ext cx="2556434" cy="45720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748" y="4069080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38748" y="438912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8748" y="4800600"/>
            <a:ext cx="20992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· DENY · REWRITE · REQUIRE_APPROVAL, composed with policies.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95181" y="3886200"/>
            <a:ext cx="255643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3781" y="4069080"/>
            <a:ext cx="2099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23781" y="4389120"/>
            <a:ext cx="2099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23781" y="4800600"/>
            <a:ext cx="20992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trail of every decision. Exportable SOC 2 evidence.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15-minute install</a:t>
            </a:r>
            <a:pPr algn="ctr" indent="0" marL="0">
              <a:buNone/>
            </a:pPr>
            <a:r>
              <a:rPr lang="en-US" sz="12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Zero agent migration   ·   </a:t>
            </a:r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Wraps every agent wherever it already runs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layers. One thin wrapper.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production today. semantic_classifier.py is shipping. The intelligence layer is the unfair advantage.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5760720" cy="566928"/>
          </a:xfrm>
          <a:prstGeom prst="rect">
            <a:avLst/>
          </a:prstGeom>
          <a:solidFill>
            <a:srgbClr val="F6F8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6060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26060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· Cursor · Codex · Devin · Windsurf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3177540"/>
            <a:ext cx="0" cy="100584"/>
          </a:xfrm>
          <a:prstGeom prst="line">
            <a:avLst/>
          </a:prstGeom>
          <a:noFill/>
          <a:ln w="12700">
            <a:solidFill>
              <a:srgbClr val="99A0A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3282696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2826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2826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Interception · normalize to canonical_action_type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854196"/>
            <a:ext cx="0" cy="100584"/>
          </a:xfrm>
          <a:prstGeom prst="line">
            <a:avLst/>
          </a:prstGeom>
          <a:noFill/>
          <a:ln w="12700">
            <a:solidFill>
              <a:srgbClr val="99A0A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0" y="3959352"/>
            <a:ext cx="5760720" cy="566928"/>
          </a:xfrm>
          <a:prstGeom prst="rect">
            <a:avLst/>
          </a:prstGeom>
          <a:solidFill>
            <a:srgbClr val="FFF1E5"/>
          </a:solidFill>
          <a:ln w="15875">
            <a:solidFill>
              <a:srgbClr val="FFC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9593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959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Intelligence Layer · deterministic classifier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4530852"/>
            <a:ext cx="0" cy="100584"/>
          </a:xfrm>
          <a:prstGeom prst="line">
            <a:avLst/>
          </a:prstGeom>
          <a:noFill/>
          <a:ln w="12700">
            <a:solidFill>
              <a:srgbClr val="99A0A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0400" y="4636008"/>
            <a:ext cx="5760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6360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6360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· ALLOW · DENY · REWRITE · REQUIRE_APPROVAL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5207508"/>
            <a:ext cx="0" cy="100584"/>
          </a:xfrm>
          <a:prstGeom prst="line">
            <a:avLst/>
          </a:prstGeom>
          <a:noFill/>
          <a:ln w="12700">
            <a:solidFill>
              <a:srgbClr val="99A0A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0" y="5312664"/>
            <a:ext cx="5760720" cy="566928"/>
          </a:xfrm>
          <a:prstGeom prst="rect">
            <a:avLst/>
          </a:prstGeom>
          <a:solidFill>
            <a:srgbClr val="F6F8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5312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DOWNSTREAM MCP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53126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· Linear · AWS · Slack · custom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AUDIT TRAIL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(action, contexts,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semantic_type, decision)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tuple stored as immutable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evidence. Exportable to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reviewers.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CLASSIFIER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Contextual Intelligence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deterministic semantic classifier. No LLM in the decision path. The action-level intelligence no competitor has.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FOUR CONTEXTS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Assembled at decision time from immediate + cached state.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303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SessionContext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06040" y="3291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identity · session id · push_count · denial_count · ci_failure_streak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5303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38587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protected_branches · freeze_window_active · ci_passing · sensitivity_level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425696"/>
            <a:ext cx="5303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BranchContext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6040" y="44256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is_aegis_managed · has_open_pr · branch_age · last_pushed_by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5303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926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EnvContext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49926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environment_tier · active_incident · within_business_hours · deploy_locked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CANONICAL SEMANTIC_TYPES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classifies to exactly one. Policies fire deterministically.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5150815" cy="260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291840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working_commit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80015" y="3291840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552444"/>
            <a:ext cx="5150815" cy="26060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552444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ephemeral_force_push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80015" y="3552444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813048"/>
            <a:ext cx="5150815" cy="260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813048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test_only_change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80015" y="3813048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073652"/>
            <a:ext cx="5150815" cy="26060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073652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protected_branch_write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80015" y="4073652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REWRITE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334256"/>
            <a:ext cx="5150815" cy="260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4334256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freeze_window_violation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80015" y="4334256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4594860"/>
            <a:ext cx="5150815" cy="26060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594860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credential_exposure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80015" y="4594860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4855464"/>
            <a:ext cx="5150815" cy="260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4855464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autonomous_merge_attempt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180015" y="4855464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5116068"/>
            <a:ext cx="5150815" cy="26060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5116068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large_blast_radius_change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80015" y="5116068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B867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5376672"/>
            <a:ext cx="5150815" cy="260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5376672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sensitive_path_change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180015" y="5376672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B867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5637276"/>
            <a:ext cx="5150815" cy="26060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5637276"/>
            <a:ext cx="3687775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sequence_anomaly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80015" y="5637276"/>
            <a:ext cx="12344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B867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APPROVAL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latency </a:t>
            </a:r>
            <a:pPr algn="ctr" indent="0" marL="0">
              <a:buNone/>
            </a:pPr>
            <a:r>
              <a:rPr lang="en-US" sz="10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&lt;10ms</a:t>
            </a:r>
            <a:pPr algn="ctr" indent="0" marL="0">
              <a:buNone/>
            </a:pPr>
            <a:r>
              <a:rPr lang="en-US" sz="10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auditability </a:t>
            </a:r>
            <a:pPr algn="ctr" indent="0" marL="0">
              <a:buNone/>
            </a:pPr>
            <a:r>
              <a:rPr lang="en-US" sz="10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100%</a:t>
            </a:r>
            <a:pPr algn="ctr" indent="0" marL="0">
              <a:buNone/>
            </a:pPr>
            <a:r>
              <a:rPr lang="en-US" sz="10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portability </a:t>
            </a:r>
            <a:pPr algn="ctr" indent="0" marL="0">
              <a:buNone/>
            </a:pPr>
            <a:r>
              <a:rPr lang="en-US" sz="105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every MCP server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FOURTH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REWRITE. The decision no one else has.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Guild blocks. Aegis fixes. The agent's work survives. The protected branch stays clean.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1153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10911535" cy="457200"/>
          </a:xfrm>
          <a:prstGeom prst="rect">
            <a:avLst/>
          </a:prstGeom>
          <a:solidFill>
            <a:srgbClr val="F6F8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REWRITE TRACE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36815" y="26060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decision_path: classify → rewrite → execute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10454335" cy="777240"/>
          </a:xfrm>
          <a:prstGeom prst="rect">
            <a:avLst/>
          </a:prstGeom>
          <a:solidFill>
            <a:srgbClr val="FCEBEC"/>
          </a:solidFill>
          <a:ln w="6350">
            <a:solidFill>
              <a:srgbClr val="F5B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00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agent_intent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7802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push_files</a:t>
            </a:r>
            <a:pPr indent="0" marL="0">
              <a:buNone/>
            </a:pPr>
            <a:r>
              <a:rPr lang="en-US" sz="1200" dirty="0">
                <a:solidFill>
                  <a:srgbClr val="DA1D3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origin/main</a:t>
            </a:r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protected branch · direct write attempted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050792"/>
            <a:ext cx="10454335" cy="777240"/>
          </a:xfrm>
          <a:prstGeom prst="rect">
            <a:avLst/>
          </a:prstGeom>
          <a:solidFill>
            <a:srgbClr val="FFF1E5"/>
          </a:solidFill>
          <a:ln w="6350">
            <a:solidFill>
              <a:srgbClr val="FFC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5079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0507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aegis_classify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4050792"/>
            <a:ext cx="7802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protected_branch_write</a:t>
            </a:r>
            <a:pPr indent="0" marL="0">
              <a:buNone/>
            </a:pPr>
            <a:r>
              <a:rPr lang="en-US" sz="120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decision: REWRITE</a:t>
            </a:r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CIL: blast_radius=high, classifier_confidence=1.0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901184"/>
            <a:ext cx="10454335" cy="777240"/>
          </a:xfrm>
          <a:prstGeom prst="rect">
            <a:avLst/>
          </a:prstGeom>
          <a:solidFill>
            <a:srgbClr val="EBF7EE"/>
          </a:solidFill>
          <a:ln w="6350">
            <a:solidFill>
              <a:srgbClr val="9DCB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90118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9011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safe_outcome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4901184"/>
            <a:ext cx="7802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push_files</a:t>
            </a:r>
            <a:pPr indent="0" marL="0">
              <a:buNone/>
            </a:pPr>
            <a:r>
              <a:rPr lang="en-US" sz="1200" dirty="0">
                <a:solidFill>
                  <a:srgbClr val="1F7A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origin/aegis_workstation + auto_pr → main</a:t>
            </a:r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agent's work survives; main stays clean; PR opened for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Okta tells you who the agent is. Aegis governs what the agent does.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Guild requires migration. Anthropic auto-mode only works in sandboxes. Aegis is the only retrofit governance layer.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production today.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surfaces customers see. Every decision traceable to the four contexts that fired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18608" cy="1691640"/>
          </a:xfrm>
          <a:prstGeom prst="rect">
            <a:avLst/>
          </a:prstGeom>
          <a:solidFill>
            <a:srgbClr val="FFF1E5"/>
          </a:solidFill>
          <a:ln w="9525">
            <a:solidFill>
              <a:srgbClr val="FFC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5318608" cy="45720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 in 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Three-step trace renders the moment the moat fires. Brand-orange classify step is the customer-facing proof.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app/dashboard/page.tsx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2606040"/>
            <a:ext cx="53186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2788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61608" y="30632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semantic_type chip on every row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608" y="35204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action ships with its canonical semantic_type and blast_radius. Customer reads the moat at a glance.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61608" y="39776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semantic_type · protected_branch_write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3186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5488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APPROVAL DETAIL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Four-context evidence panel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SessionContext · RepoContext · BranchContext · EnvContext rendered as 2×2 grid of key=value rows. Audit-grade reasoning trace.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59436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classifier_confidence: 1.00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33008" y="4572000"/>
            <a:ext cx="531860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608" y="475488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CIL INSIGHTS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61608" y="50292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+ canonical example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1608" y="548640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same-action-different-decision diff proves the classifier is context-aware.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61608" y="59436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distribution(by semantic_type)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&amp; 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category is forming.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Funded. Aegis is the missing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ADJACENT FUNDING (LAST 12 MONTHS)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Guild.ai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$44M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3136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GV · Khosla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agent migration · binary allow/deny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$11M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Khosla · Felicis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sandbox-bound · no production governance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Gumstack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4690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$50M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690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5001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post-hoc evaluation · not pre-action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0" y="3063240"/>
            <a:ext cx="51508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306324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layer · knows who the agent is, not what it does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51508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auto-mode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58200" y="365760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sandbox-bound · doesn't run against production systems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251960"/>
            <a:ext cx="51508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Guild.ai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25196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migrating agents into their runtime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846320"/>
            <a:ext cx="5150815" cy="502920"/>
          </a:xfrm>
          <a:prstGeom prst="rect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846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4846320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action-level · REWRITE · no migration · audit-grade evidence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"Guild governs agents by moving them. Aegis governs them wherever they already run."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Bottom-up adoption.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Top-down expansion.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shape as Linear and Vercel. Tech Lead installs in 15 min. Sec/Platform turns it into the standard.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272888" cy="2194560"/>
          </a:xfrm>
          <a:prstGeom prst="rect">
            <a:avLst/>
          </a:prstGeom>
          <a:solidFill>
            <a:srgbClr val="F6F8FA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429768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Lead · Engineering Manager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457200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Mode install · 15 min · zero migration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484632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Agent Risk Report shows what the agent would have 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512064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· forever during pilot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3291840"/>
            <a:ext cx="5272888" cy="2194560"/>
          </a:xfrm>
          <a:prstGeom prst="rect">
            <a:avLst/>
          </a:prstGeom>
          <a:solidFill>
            <a:srgbClr val="FFF1E5"/>
          </a:solidFill>
          <a:ln w="15875">
            <a:solidFill>
              <a:srgbClr val="FFC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48" y="347472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53048" y="37490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53048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0288" y="429768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· Platform · DevSecOps Engineer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3048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30288" y="457200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 mode · per-role tool allowlists · custom policies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3048" y="4846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0288" y="484632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evidence package · audit export · freeze windows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3048" y="5120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30288" y="5120640"/>
            <a:ext cx="394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$X per agent · per month (placeholder)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58688" y="4389120"/>
            <a:ext cx="274320" cy="0"/>
          </a:xfrm>
          <a:prstGeom prst="line">
            <a:avLst/>
          </a:prstGeom>
          <a:noFill/>
          <a:ln w="19050">
            <a:solidFill>
              <a:srgbClr val="99A0A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pattern to Linear (engineers adopt) and Vercel (platforms standardize). Aegis lands via incident curiosity, expands via SOC 2 pressure.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product. Real signal.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shipping. Frontend deployed. Accelerator presence. First design partner in flight.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114800" cy="3200400"/>
          </a:xfrm>
          <a:prstGeom prst="rect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4114800" cy="45720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spc="-300" kern="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10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REDUCTION PER SESSION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1691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805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before</a:t>
            </a:r>
            <a:pPr indent="0" marL="0">
              <a:buNone/>
            </a:pPr>
            <a:r>
              <a:rPr lang="en-US" sz="1000" b="1" dirty="0">
                <a:solidFill>
                  <a:srgbClr val="0A0D1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4,537 tokens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4480560"/>
            <a:ext cx="1691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44805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after</a:t>
            </a:r>
            <a:pPr indent="0" marL="0">
              <a:buNone/>
            </a:pPr>
            <a:r>
              <a:rPr lang="en-US" sz="1000" b="1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1,471 tokens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 token optimization shipped in production. Same governance signal at 1/3 the LLM cost.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825496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running in production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0" y="3044952"/>
            <a:ext cx="6522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dashboard.runaegis.co · app.runaegis.co · custom domain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3227832"/>
            <a:ext cx="652241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644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SHIPPING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465576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classifier in production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0" y="3685032"/>
            <a:ext cx="6522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semantic_classifier.py · 12 semantic_types · 10 policies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3867912"/>
            <a:ext cx="652241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904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105656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DevLabs Momentum demo day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0" y="4325112"/>
            <a:ext cx="6522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a16z · SPC · Antler · Kickstart attended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4507992"/>
            <a:ext cx="652241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544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ACCELERATOR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4745736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Founders Inc Canopy + a16z Speed Run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4965192"/>
            <a:ext cx="6522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application submitted · interview pipeline open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5148072"/>
            <a:ext cx="652241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184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5385816"/>
            <a:ext cx="6522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conversation in flight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29200" y="5605272"/>
            <a:ext cx="65224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8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Alexey Grigorev (DataTalksClub) outreach active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100" kern="0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Aegis full-time.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+ engineering team shipping the live product, the canonical CIL, and the v3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9072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6802" y="2926080"/>
            <a:ext cx="1097280" cy="1097280"/>
          </a:xfrm>
          <a:prstGeom prst="ellipse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6802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Ahaan Iqbal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Founder / CEO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dashboard.runaegis.co · led canonical CIL design · runs GTM, fundraise, design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[Prior: company / role / shipped product · school]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3684" y="2606040"/>
            <a:ext cx="259072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406" y="2926080"/>
            <a:ext cx="1097280" cy="1097280"/>
          </a:xfrm>
          <a:prstGeom prst="ellipse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406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96564" y="41605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Jenil Parmar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6564" y="448056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Engineering lead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6564" y="480060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lib/semantic_classifier.py · 12 semantic_types live in production · 10 policies shipping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96564" y="544068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[Prior: company / role / shipped product · school]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87288" y="2606040"/>
            <a:ext cx="259072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4010" y="2926080"/>
            <a:ext cx="1097280" cy="1097280"/>
          </a:xfrm>
          <a:prstGeom prst="ellipse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401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KG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70168" y="41605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Kartik Gupta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70168" y="448056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0168" y="480060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API + auth + room logic · GitHub OAuth shipped · routing layer architect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70168" y="544068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[Prior: company / role / shipped product · school]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60891" y="2606040"/>
            <a:ext cx="259072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07613" y="2926080"/>
            <a:ext cx="1097280" cy="1097280"/>
          </a:xfrm>
          <a:prstGeom prst="ellipse">
            <a:avLst/>
          </a:prstGeom>
          <a:solidFill>
            <a:srgbClr val="FFF1E5"/>
          </a:solidFill>
          <a:ln w="12700">
            <a:solidFill>
              <a:srgbClr val="FFC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07613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5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3771" y="41605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Mujtaba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3771" y="448056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858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3771" y="4800600"/>
            <a:ext cx="22249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Sub-agent governance design · MCP shim design · policy research lead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3771" y="5440680"/>
            <a:ext cx="222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[Prior: company / role / shipped product · school]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99A0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0A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0" kern="0" dirty="0">
                <a:solidFill>
                  <a:srgbClr val="FA73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$2.5M seed.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$10-15M post. Building the AI agent control plane.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90724" cy="1828800"/>
          </a:xfrm>
          <a:prstGeom prst="rect">
            <a:avLst/>
          </a:prstGeom>
          <a:solidFill>
            <a:srgbClr val="12161C"/>
          </a:solidFill>
          <a:ln w="9525">
            <a:solidFill>
              <a:srgbClr val="1F23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00400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457200" cy="36576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21335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CIL surfacing · 3 paying design partners · multi-MCP foundation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3017520"/>
            <a:ext cx="2590724" cy="1828800"/>
          </a:xfrm>
          <a:prstGeom prst="rect">
            <a:avLst/>
          </a:prstGeom>
          <a:solidFill>
            <a:srgbClr val="12161C"/>
          </a:solidFill>
          <a:ln w="9525">
            <a:solidFill>
              <a:srgbClr val="1F23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2284" y="3200400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Q4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42284" y="3566160"/>
            <a:ext cx="457200" cy="36576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12" name="Text 10"/>
          <p:cNvSpPr/>
          <p:nvPr/>
        </p:nvSpPr>
        <p:spPr>
          <a:xfrm>
            <a:off x="3642284" y="3703320"/>
            <a:ext cx="21335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customers · Slack + Linear connectors live · SOC 2 Type 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7288" y="3017520"/>
            <a:ext cx="2590724" cy="1828800"/>
          </a:xfrm>
          <a:prstGeom prst="rect">
            <a:avLst/>
          </a:prstGeom>
          <a:solidFill>
            <a:srgbClr val="12161C"/>
          </a:solidFill>
          <a:ln w="9525">
            <a:solidFill>
              <a:srgbClr val="1F23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3200400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Q1 2027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5888" y="3566160"/>
            <a:ext cx="457200" cy="36576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3703320"/>
            <a:ext cx="21335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 ARR · enterprise tier · Series A readiness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0891" y="3017520"/>
            <a:ext cx="2590724" cy="1828800"/>
          </a:xfrm>
          <a:prstGeom prst="rect">
            <a:avLst/>
          </a:prstGeom>
          <a:solidFill>
            <a:srgbClr val="12161C"/>
          </a:solidFill>
          <a:ln w="9525">
            <a:solidFill>
              <a:srgbClr val="1F23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491" y="3200400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Q2 2027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491" y="3566160"/>
            <a:ext cx="457200" cy="36576"/>
          </a:xfrm>
          <a:prstGeom prst="rect">
            <a:avLst/>
          </a:prstGeom>
          <a:solidFill>
            <a:srgbClr val="FA7319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491" y="3703320"/>
            <a:ext cx="21335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· multi-org · audit &amp; compliance suite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solidFill>
            <a:srgbClr val="12161C"/>
          </a:solidFill>
          <a:ln w="12700">
            <a:solidFill>
              <a:srgbClr val="FA73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731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ahaan@runaegis.co</a:t>
            </a:r>
            <a:pPr algn="ctr" indent="0" marL="0">
              <a:buNone/>
            </a:pPr>
            <a:r>
              <a:rPr lang="en-US" sz="13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dashboard.runaegis.co</a:t>
            </a:r>
            <a:pPr algn="ctr" indent="0" marL="0">
              <a:buNone/>
            </a:pPr>
            <a:r>
              <a:rPr lang="en-US" sz="13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demo: [Loom link]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A8A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B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Aegis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· Pitch Deck</dc:title>
  <dc:subject>PptxGenJS Presentation</dc:subject>
  <dc:creator>Ahaan Iqbal</dc:creator>
  <cp:lastModifiedBy>Ahaan Iqbal</cp:lastModifiedBy>
  <cp:revision>1</cp:revision>
  <dcterms:created xsi:type="dcterms:W3CDTF">2026-05-25T10:48:38Z</dcterms:created>
  <dcterms:modified xsi:type="dcterms:W3CDTF">2026-05-25T10:48:38Z</dcterms:modified>
</cp:coreProperties>
</file>